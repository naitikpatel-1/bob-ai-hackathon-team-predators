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8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60595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1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D1 · DEFENSE &amp; AEROSPACE · CRITICAL NOW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2514600"/>
            <a:ext cx="10789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Mission Readiness &amp;</a:t>
            </a:r>
            <a:endParaRPr lang="en-US" sz="4400" dirty="0"/>
          </a:p>
          <a:p>
            <a:pPr marL="0" indent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Predictive Maintenance Copilot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34340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HUMS sensor drift into an explainable, prioritized maintenance plan — before the mission window closes.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9893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[Team Name : Predators]  ·  Bobathon 2026  ·  Powered by IBM Bob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0149840" y="50292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lnSpc>
                <a:spcPts val="26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</a:t>
            </a:r>
            <a:endParaRPr lang="en-US" sz="1000" dirty="0"/>
          </a:p>
          <a:p>
            <a:pPr marL="0" indent="0" algn="r">
              <a:lnSpc>
                <a:spcPts val="2600"/>
              </a:lnSpc>
              <a:buNone/>
            </a:pPr>
            <a:r>
              <a:rPr lang="en-US" sz="10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200"/>
              </a:lnSpc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decisions are made on a calendar, not on evidence.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$90B/yr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spent on military maintenance in the US alone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297680" y="1965960"/>
            <a:ext cx="33832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2628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Weeks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recovery time after an unexpected platform failure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955280" y="1965960"/>
            <a:ext cx="3383280" cy="155448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183880" y="21031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25%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8183880" y="274320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our sample fleet showed a failure signature sensors already had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86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 runs on fixed schedules regardless of actual condition. </a:t>
            </a:r>
            <a:r>
              <a:rPr lang="en-US" sz="14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HUMS sensor data that could predict failures weeks in advance sits unanalysed</a:t>
            </a:r>
            <a:r>
              <a:rPr lang="en-US" sz="140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until it's too late and a platform fails right before it's needed.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983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question no one answers today: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5349240"/>
            <a:ext cx="10332720" cy="777240"/>
          </a:xfrm>
          <a:prstGeom prst="rect">
            <a:avLst/>
          </a:prstGeom>
          <a:solidFill>
            <a:srgbClr val="1C222B"/>
          </a:solidFill>
          <a:ln w="12700">
            <a:solidFill>
              <a:srgbClr val="F85149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5349240"/>
            <a:ext cx="9875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“What will break before we need it next?”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READINESS COPILOT  ·  D1  ·  IBM BOB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three-stage pipeline: classify, predict, explain.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38328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Readiness Classifier</a:t>
            </a:r>
            <a:endParaRPr lang="en-US" sz="15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thresholds on vibration, temperature, pressure drift + overdue service records.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1737360"/>
            <a:ext cx="338328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Predictor</a:t>
            </a:r>
            <a:endParaRPr lang="en-US" sz="155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trend extrapolation estimates days-to-failure per component, not just current state.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955280" y="1737360"/>
            <a:ext cx="3383280" cy="21031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83880" y="1874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183880" y="23774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Plan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8183880" y="2880360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Ranked by risk, every asset gets plain-English reasons and a recommended action.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60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Result, on our sample fleet: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480560"/>
            <a:ext cx="10332720" cy="1554480"/>
          </a:xfrm>
          <a:prstGeom prst="rect">
            <a:avLst/>
          </a:prstGeom>
          <a:solidFill>
            <a:srgbClr val="1C222B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466344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6E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AST-003  </a:t>
            </a:r>
            <a:r>
              <a:rPr lang="en-US" sz="1300" dirty="0">
                <a:solidFill>
                  <a:srgbClr val="F8514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Comms Equipment  —  NOT MISSION READY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502920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temperature failure in 5.9 days. Next mission in 6 days. The system catches this before the calendar schedule ever would.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5623560"/>
            <a:ext cx="9784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Validated: all 5 injected failure signatures were correctly surfaced as the top 5 highest-risk assets.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READINESS COPILOT  ·  D1  ·  IBM BOB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&amp; ARCHITECTURE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sensor drift to a commander's answer.</a:t>
            </a:r>
            <a:endParaRPr lang="en-US" sz="2800" dirty="0"/>
          </a:p>
        </p:txBody>
      </p:sp>
      <p:pic>
        <p:nvPicPr>
          <p:cNvPr id="4" name="Image 0" descr="01-fleet-overview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691640"/>
            <a:ext cx="6309360" cy="405079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691640"/>
            <a:ext cx="6309360" cy="4050792"/>
          </a:xfrm>
          <a:prstGeom prst="rect">
            <a:avLst/>
          </a:prstGeom>
          <a:ln w="12700">
            <a:solidFill>
              <a:srgbClr val="2A313C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23760" y="1691640"/>
            <a:ext cx="4297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06640" y="1691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HUMS Sensor Logs + Service Records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9052560" y="21488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223760" y="2350008"/>
            <a:ext cx="4297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235000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Engine (analyze.py)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9052560" y="280720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7223760" y="3008376"/>
            <a:ext cx="4297680" cy="502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3008376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Server (4 live tools)</a:t>
            </a:r>
            <a:endParaRPr lang="en-US" sz="1150" dirty="0"/>
          </a:p>
        </p:txBody>
      </p:sp>
      <p:sp>
        <p:nvSpPr>
          <p:cNvPr id="14" name="Text 11"/>
          <p:cNvSpPr txBox="1"/>
          <p:nvPr/>
        </p:nvSpPr>
        <p:spPr>
          <a:xfrm>
            <a:off x="9052560" y="346557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223760" y="3666744"/>
            <a:ext cx="4297680" cy="50292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06640" y="3666744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8A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IBM Bob (Agent / Ask mode)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9052560" y="412394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223760" y="4325112"/>
            <a:ext cx="4297680" cy="502920"/>
          </a:xfrm>
          <a:prstGeom prst="rect">
            <a:avLst/>
          </a:prstGeom>
          <a:solidFill>
            <a:srgbClr val="1C222B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406640" y="4325112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6E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Natural-Language Briefing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589788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shown: live fleet readiness board, ranked by risk, filterable by status.</a:t>
            </a:r>
            <a:endParaRPr lang="en-US" sz="1050" dirty="0"/>
          </a:p>
        </p:txBody>
      </p:sp>
      <p:sp>
        <p:nvSpPr>
          <p:cNvPr id="21" name="Text 18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READINESS COPILOT  ·  D1  ·  IBM BOB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IBM BOB INTEGRATION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calls live tools. Nothing is pre-scripted.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91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MCP TOOLS EXPOSED TO BOB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7607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0574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get_fleet_summary()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0428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 counts + single highest-risk asset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40080" y="2670048"/>
            <a:ext cx="57607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715768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get_prioritized_maintenance_plan()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29626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ranked fleet by risk score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40080" y="3328416"/>
            <a:ext cx="57607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374136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get_asset_detail(asset_id)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362102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dive on one asset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986784"/>
            <a:ext cx="5760720" cy="566928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22960" y="403250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get_assets_at_risk_before_mission()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427939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Assets that fail before their mission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7208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PROMPT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720840" y="2011680"/>
            <a:ext cx="4846320" cy="1371600"/>
          </a:xfrm>
          <a:prstGeom prst="rect">
            <a:avLst/>
          </a:prstGeom>
          <a:solidFill>
            <a:srgbClr val="1C222B"/>
          </a:solidFill>
          <a:ln w="12700">
            <a:solidFill>
              <a:srgbClr val="58A6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949440" y="2011680"/>
            <a:ext cx="4389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E6E8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“Give me today's mission readiness briefing. Tell me which assets will fail before their next mission.”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672084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THIS IS LOAD-BEARING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720840" y="3977640"/>
            <a:ext cx="48463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tool call re-runs the actual analysis pipeline. </a:t>
            </a:r>
            <a:r>
              <a:rPr lang="en-US" sz="1200" dirty="0">
                <a:solidFill>
                  <a:srgbClr val="8B94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Bob isn't reading a hardcoded string for the demo — it gets real numbers back and writes the explanation itself. Swap in a live HUMS feed later and nothing on Bob's side changes.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READINESS COPILOT  ·  D1  ·  IBM BOB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1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hackathon.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TODAY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38328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Synthetic sensor data (with real injected failure patterns)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Rule-based classifier, chosen for explainability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97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Standalone dashboard + working MCP integration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2976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299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194560"/>
            <a:ext cx="338328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Swap CSVs for a live HUMS feed — zero changes to Bob's side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Calibrate thresholds against real fleet failure history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4297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Add non-linear degradation modeling per component type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7955280" y="18288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 SCALE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194560"/>
            <a:ext cx="3383280" cy="3291840"/>
          </a:xfrm>
          <a:prstGeom prst="rect">
            <a:avLst/>
          </a:prstGeom>
          <a:solidFill>
            <a:srgbClr val="161B22"/>
          </a:solidFill>
          <a:ln w="12700">
            <a:solidFill>
              <a:srgbClr val="2A31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183880" y="237744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Fleet-wide readiness command centers across bases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8183880" y="333756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Automated crew pre-positioning tied to predicted failures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183880" y="4297680"/>
            <a:ext cx="2971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 fraction of the $90B/yr maintenance spend redirected to prevention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8064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6E8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you.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6263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Readiness &amp; Predictive Maintenance Copilot  ·  [Your Team Name]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65379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MISSION READINESS COPILOT  ·  D1  ·  IBM BOB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0" y="6537960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629</Words>
  <Application>Microsoft Office PowerPoint</Application>
  <PresentationFormat>Widescreen</PresentationFormat>
  <Paragraphs>92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NAITIK PATEL</cp:lastModifiedBy>
  <cp:revision>2</cp:revision>
  <dcterms:created xsi:type="dcterms:W3CDTF">2026-09-13T09:12:38Z</dcterms:created>
  <dcterms:modified xsi:type="dcterms:W3CDTF">2026-09-15T17:48:43Z</dcterms:modified>
</cp:coreProperties>
</file>